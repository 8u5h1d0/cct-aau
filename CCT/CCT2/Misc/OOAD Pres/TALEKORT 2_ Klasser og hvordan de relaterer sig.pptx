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80e1f4e9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80e1f4e9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80e1f4e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80e1f4e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80e1f4e9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80e1f4e9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80e1f4e9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80e1f4e9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80e1f4e9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80e1f4e9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80e1f4e9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80e1f4e9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80e1f4e9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80e1f4e9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80e1f4e9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80e1f4e9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80e1f4e9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80e1f4e9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80e1f4e9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80e1f4e9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2188" y="0"/>
            <a:ext cx="5119632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3"/>
          <p:cNvCxnSpPr/>
          <p:nvPr/>
        </p:nvCxnSpPr>
        <p:spPr>
          <a:xfrm rot="10800000">
            <a:off x="1463725" y="1541100"/>
            <a:ext cx="2880600" cy="9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" name="Google Shape;56;p13"/>
          <p:cNvCxnSpPr/>
          <p:nvPr/>
        </p:nvCxnSpPr>
        <p:spPr>
          <a:xfrm flipH="1" rot="10800000">
            <a:off x="5327800" y="1966925"/>
            <a:ext cx="2245800" cy="78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" name="Google Shape;57;p13"/>
          <p:cNvSpPr/>
          <p:nvPr/>
        </p:nvSpPr>
        <p:spPr>
          <a:xfrm>
            <a:off x="89700" y="696850"/>
            <a:ext cx="1296600" cy="907500"/>
          </a:xfrm>
          <a:prstGeom prst="rect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00" lIns="110900" spcFirstLastPara="1" rIns="110900" wrap="square" tIns="11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1698"/>
              <a:t>klasse</a:t>
            </a:r>
            <a:endParaRPr sz="1698"/>
          </a:p>
        </p:txBody>
      </p:sp>
      <p:sp>
        <p:nvSpPr>
          <p:cNvPr id="58" name="Google Shape;58;p13"/>
          <p:cNvSpPr/>
          <p:nvPr/>
        </p:nvSpPr>
        <p:spPr>
          <a:xfrm>
            <a:off x="7714975" y="1174500"/>
            <a:ext cx="1296600" cy="907500"/>
          </a:xfrm>
          <a:prstGeom prst="rect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00" lIns="110900" spcFirstLastPara="1" rIns="110900" wrap="square" tIns="11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1698"/>
              <a:t>objekt</a:t>
            </a:r>
            <a:endParaRPr sz="1698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463" y="0"/>
            <a:ext cx="7421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38" y="0"/>
            <a:ext cx="875833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363" y="0"/>
            <a:ext cx="842726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26" y="0"/>
            <a:ext cx="188620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0" l="0" r="0" t="83417"/>
          <a:stretch/>
        </p:blipFill>
        <p:spPr>
          <a:xfrm>
            <a:off x="0" y="4290575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83417" l="0" r="0" t="0"/>
          <a:stretch/>
        </p:blipFill>
        <p:spPr>
          <a:xfrm>
            <a:off x="0" y="101300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67205" l="0" r="0" t="16213"/>
          <a:stretch/>
        </p:blipFill>
        <p:spPr>
          <a:xfrm>
            <a:off x="0" y="878875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49932" l="0" r="0" t="33485"/>
          <a:stretch/>
        </p:blipFill>
        <p:spPr>
          <a:xfrm>
            <a:off x="0" y="1731800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33350" l="0" r="0" t="50067"/>
          <a:stretch/>
        </p:blipFill>
        <p:spPr>
          <a:xfrm>
            <a:off x="0" y="2584725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16451" l="0" r="0" t="66967"/>
          <a:stretch/>
        </p:blipFill>
        <p:spPr>
          <a:xfrm>
            <a:off x="0" y="3437650"/>
            <a:ext cx="5646525" cy="8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0" r="0" t="83417"/>
          <a:stretch/>
        </p:blipFill>
        <p:spPr>
          <a:xfrm>
            <a:off x="0" y="4290575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83417" l="0" r="0" t="0"/>
          <a:stretch/>
        </p:blipFill>
        <p:spPr>
          <a:xfrm>
            <a:off x="0" y="101300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16451" l="0" r="0" t="66967"/>
          <a:stretch/>
        </p:blipFill>
        <p:spPr>
          <a:xfrm>
            <a:off x="0" y="3437650"/>
            <a:ext cx="5646525" cy="8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5917575" y="296913"/>
            <a:ext cx="312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</a:rPr>
              <a:t>Svagest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5917575" y="4486175"/>
            <a:ext cx="312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</a:rPr>
              <a:t>Stærkest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5125" y="928675"/>
            <a:ext cx="2428875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67205" l="0" r="0" t="16213"/>
          <a:stretch/>
        </p:blipFill>
        <p:spPr>
          <a:xfrm>
            <a:off x="0" y="0"/>
            <a:ext cx="5646525" cy="8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/>
          <p:nvPr/>
        </p:nvSpPr>
        <p:spPr>
          <a:xfrm>
            <a:off x="213425" y="1076303"/>
            <a:ext cx="2883000" cy="907500"/>
          </a:xfrm>
          <a:prstGeom prst="rect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00" lIns="110900" spcFirstLastPara="1" rIns="110900" wrap="square" tIns="11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1698"/>
              <a:t>extends</a:t>
            </a:r>
            <a:endParaRPr sz="1698"/>
          </a:p>
        </p:txBody>
      </p:sp>
      <p:sp>
        <p:nvSpPr>
          <p:cNvPr id="101" name="Google Shape;101;p19"/>
          <p:cNvSpPr/>
          <p:nvPr/>
        </p:nvSpPr>
        <p:spPr>
          <a:xfrm>
            <a:off x="213425" y="1982650"/>
            <a:ext cx="1436100" cy="907500"/>
          </a:xfrm>
          <a:prstGeom prst="rect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00" lIns="110900" spcFirstLastPara="1" rIns="110900" wrap="square" tIns="11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1698"/>
              <a:t>private</a:t>
            </a:r>
            <a:endParaRPr sz="1698"/>
          </a:p>
        </p:txBody>
      </p:sp>
      <p:sp>
        <p:nvSpPr>
          <p:cNvPr id="102" name="Google Shape;102;p19"/>
          <p:cNvSpPr/>
          <p:nvPr/>
        </p:nvSpPr>
        <p:spPr>
          <a:xfrm>
            <a:off x="213425" y="2889013"/>
            <a:ext cx="2883000" cy="907500"/>
          </a:xfrm>
          <a:prstGeom prst="rect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00" lIns="110900" spcFirstLastPara="1" rIns="110900" wrap="square" tIns="11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1698"/>
              <a:t>super()</a:t>
            </a:r>
            <a:endParaRPr sz="1698"/>
          </a:p>
        </p:txBody>
      </p:sp>
      <p:sp>
        <p:nvSpPr>
          <p:cNvPr id="103" name="Google Shape;103;p19"/>
          <p:cNvSpPr/>
          <p:nvPr/>
        </p:nvSpPr>
        <p:spPr>
          <a:xfrm>
            <a:off x="213425" y="3796520"/>
            <a:ext cx="2883000" cy="907500"/>
          </a:xfrm>
          <a:prstGeom prst="rect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00" lIns="110900" spcFirstLastPara="1" rIns="110900" wrap="square" tIns="11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1698"/>
              <a:t>this. keyword</a:t>
            </a:r>
            <a:endParaRPr sz="1698"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325" y="1076300"/>
            <a:ext cx="3034959" cy="362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1649525" y="1982650"/>
            <a:ext cx="1436100" cy="907500"/>
          </a:xfrm>
          <a:prstGeom prst="rect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00" lIns="110900" spcFirstLastPara="1" rIns="110900" wrap="square" tIns="11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1698"/>
              <a:t>protected</a:t>
            </a:r>
            <a:endParaRPr sz="1698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83417" l="0" r="0" t="0"/>
          <a:stretch/>
        </p:blipFill>
        <p:spPr>
          <a:xfrm>
            <a:off x="0" y="0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4225"/>
            <a:ext cx="2011998" cy="41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/>
          <p:nvPr/>
        </p:nvSpPr>
        <p:spPr>
          <a:xfrm>
            <a:off x="3779700" y="3335475"/>
            <a:ext cx="888300" cy="4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Student</a:t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5514100" y="3335475"/>
            <a:ext cx="888300" cy="4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Course</a:t>
            </a:r>
            <a:endParaRPr/>
          </a:p>
        </p:txBody>
      </p:sp>
      <p:cxnSp>
        <p:nvCxnSpPr>
          <p:cNvPr id="114" name="Google Shape;114;p20"/>
          <p:cNvCxnSpPr>
            <a:stCxn id="112" idx="3"/>
            <a:endCxn id="113" idx="1"/>
          </p:cNvCxnSpPr>
          <p:nvPr/>
        </p:nvCxnSpPr>
        <p:spPr>
          <a:xfrm>
            <a:off x="4668000" y="3545925"/>
            <a:ext cx="84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3623" y="954225"/>
            <a:ext cx="198120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4668000" y="3148450"/>
            <a:ext cx="384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chemeClr val="dk2"/>
                </a:solidFill>
              </a:rPr>
              <a:t>1..*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5163300" y="3604700"/>
            <a:ext cx="384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chemeClr val="dk2"/>
                </a:solidFill>
              </a:rPr>
              <a:t>1</a:t>
            </a:r>
            <a:r>
              <a:rPr lang="da" sz="1000">
                <a:solidFill>
                  <a:schemeClr val="dk2"/>
                </a:solidFill>
              </a:rPr>
              <a:t>..*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18" name="Google Shape;118;p20"/>
          <p:cNvCxnSpPr/>
          <p:nvPr/>
        </p:nvCxnSpPr>
        <p:spPr>
          <a:xfrm>
            <a:off x="3926150" y="2276700"/>
            <a:ext cx="766800" cy="8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1"/>
          <p:cNvPicPr preferRelativeResize="0"/>
          <p:nvPr/>
        </p:nvPicPr>
        <p:blipFill rotWithShape="1">
          <a:blip r:embed="rId3">
            <a:alphaModFix/>
          </a:blip>
          <a:srcRect b="83417" l="0" r="0" t="0"/>
          <a:stretch/>
        </p:blipFill>
        <p:spPr>
          <a:xfrm>
            <a:off x="0" y="101300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16451" l="0" r="0" t="66967"/>
          <a:stretch/>
        </p:blipFill>
        <p:spPr>
          <a:xfrm>
            <a:off x="0" y="0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25" y="1020900"/>
            <a:ext cx="2832400" cy="39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5125" y="1020900"/>
            <a:ext cx="21526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3444600" y="2431475"/>
            <a:ext cx="888300" cy="4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Bank</a:t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4332900" y="2538013"/>
            <a:ext cx="311725" cy="207825"/>
          </a:xfrm>
          <a:prstGeom prst="flowChartDecision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5821425" y="2431475"/>
            <a:ext cx="1032000" cy="4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Employee</a:t>
            </a:r>
            <a:endParaRPr/>
          </a:p>
        </p:txBody>
      </p:sp>
      <p:cxnSp>
        <p:nvCxnSpPr>
          <p:cNvPr id="130" name="Google Shape;130;p21"/>
          <p:cNvCxnSpPr>
            <a:stCxn id="128" idx="3"/>
            <a:endCxn id="129" idx="1"/>
          </p:cNvCxnSpPr>
          <p:nvPr/>
        </p:nvCxnSpPr>
        <p:spPr>
          <a:xfrm>
            <a:off x="4644625" y="2641925"/>
            <a:ext cx="11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1"/>
          <p:cNvCxnSpPr/>
          <p:nvPr/>
        </p:nvCxnSpPr>
        <p:spPr>
          <a:xfrm>
            <a:off x="4963850" y="1688175"/>
            <a:ext cx="286500" cy="6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83417"/>
          <a:stretch/>
        </p:blipFill>
        <p:spPr>
          <a:xfrm>
            <a:off x="0" y="0"/>
            <a:ext cx="5646525" cy="8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375" y="852925"/>
            <a:ext cx="2658625" cy="19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375" y="2833450"/>
            <a:ext cx="2658625" cy="2149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4400" y="852925"/>
            <a:ext cx="1783600" cy="6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>
            <a:off x="3158075" y="2150850"/>
            <a:ext cx="888300" cy="4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Bank</a:t>
            </a: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4046375" y="2257388"/>
            <a:ext cx="311725" cy="207825"/>
          </a:xfrm>
          <a:prstGeom prst="flowChartDecision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5534900" y="2150850"/>
            <a:ext cx="1032000" cy="4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Employee</a:t>
            </a:r>
            <a:endParaRPr/>
          </a:p>
        </p:txBody>
      </p:sp>
      <p:cxnSp>
        <p:nvCxnSpPr>
          <p:cNvPr id="143" name="Google Shape;143;p22"/>
          <p:cNvCxnSpPr>
            <a:stCxn id="141" idx="3"/>
            <a:endCxn id="142" idx="1"/>
          </p:cNvCxnSpPr>
          <p:nvPr/>
        </p:nvCxnSpPr>
        <p:spPr>
          <a:xfrm>
            <a:off x="4358100" y="2361300"/>
            <a:ext cx="11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2"/>
          <p:cNvCxnSpPr/>
          <p:nvPr/>
        </p:nvCxnSpPr>
        <p:spPr>
          <a:xfrm>
            <a:off x="4204950" y="1417125"/>
            <a:ext cx="759000" cy="6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50" y="0"/>
            <a:ext cx="87360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25" y="1995275"/>
            <a:ext cx="100462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0" y="33563"/>
            <a:ext cx="8953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9300" y="2571738"/>
            <a:ext cx="2190750" cy="2295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23"/>
          <p:cNvCxnSpPr/>
          <p:nvPr/>
        </p:nvCxnSpPr>
        <p:spPr>
          <a:xfrm>
            <a:off x="4615375" y="1610725"/>
            <a:ext cx="4313400" cy="9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3"/>
          <p:cNvCxnSpPr/>
          <p:nvPr/>
        </p:nvCxnSpPr>
        <p:spPr>
          <a:xfrm>
            <a:off x="4615375" y="1610725"/>
            <a:ext cx="2152800" cy="321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