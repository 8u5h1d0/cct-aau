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2d30aaa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2d30aaa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2d30aaa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2d30aaa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2d30aaa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82d30aaa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82d30aaa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82d30aaa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82d30aaa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82d30aaa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82d30aaa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82d30aaa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82d30aaa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82d30aaa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2d30aaa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82d30aaa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813" y="1063788"/>
            <a:ext cx="3686175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654225"/>
            <a:ext cx="421005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175" y="916125"/>
            <a:ext cx="1585475" cy="209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288" y="619742"/>
            <a:ext cx="6873425" cy="39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6025" y="481013"/>
            <a:ext cx="4171950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713" y="523875"/>
            <a:ext cx="53625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175" y="42425"/>
            <a:ext cx="55816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8663" y="2627175"/>
            <a:ext cx="4526679" cy="24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675" y="1709738"/>
            <a:ext cx="2524125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4150" y="1685913"/>
            <a:ext cx="387667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 title="Echo Server Client-2026-06-04-0142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675" y="0"/>
            <a:ext cx="38626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2009300" y="194825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Firing</a:t>
            </a:r>
            <a:endParaRPr/>
          </a:p>
        </p:txBody>
      </p:sp>
      <p:sp>
        <p:nvSpPr>
          <p:cNvPr id="94" name="Google Shape;94;p20"/>
          <p:cNvSpPr/>
          <p:nvPr/>
        </p:nvSpPr>
        <p:spPr>
          <a:xfrm>
            <a:off x="3774900" y="194825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Listener</a:t>
            </a:r>
            <a:endParaRPr/>
          </a:p>
        </p:txBody>
      </p:sp>
      <p:sp>
        <p:nvSpPr>
          <p:cNvPr id="95" name="Google Shape;95;p20"/>
          <p:cNvSpPr/>
          <p:nvPr/>
        </p:nvSpPr>
        <p:spPr>
          <a:xfrm>
            <a:off x="7306100" y="207775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Handler</a:t>
            </a:r>
            <a:endParaRPr/>
          </a:p>
        </p:txBody>
      </p:sp>
      <p:sp>
        <p:nvSpPr>
          <p:cNvPr id="96" name="Google Shape;96;p20"/>
          <p:cNvSpPr/>
          <p:nvPr/>
        </p:nvSpPr>
        <p:spPr>
          <a:xfrm>
            <a:off x="5162100" y="194825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Subscriber</a:t>
            </a:r>
            <a:endParaRPr/>
          </a:p>
        </p:txBody>
      </p:sp>
      <p:sp>
        <p:nvSpPr>
          <p:cNvPr id="97" name="Google Shape;97;p20"/>
          <p:cNvSpPr/>
          <p:nvPr/>
        </p:nvSpPr>
        <p:spPr>
          <a:xfrm>
            <a:off x="7306100" y="1326575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Respons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50" y="1414950"/>
            <a:ext cx="5233666" cy="36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0804" y="2445375"/>
            <a:ext cx="2316844" cy="25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/>
          <p:nvPr/>
        </p:nvSpPr>
        <p:spPr>
          <a:xfrm>
            <a:off x="243700" y="194825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Source</a:t>
            </a:r>
            <a:endParaRPr/>
          </a:p>
        </p:txBody>
      </p:sp>
      <p:cxnSp>
        <p:nvCxnSpPr>
          <p:cNvPr id="101" name="Google Shape;101;p20"/>
          <p:cNvCxnSpPr>
            <a:stCxn id="100" idx="3"/>
            <a:endCxn id="93" idx="1"/>
          </p:cNvCxnSpPr>
          <p:nvPr/>
        </p:nvCxnSpPr>
        <p:spPr>
          <a:xfrm>
            <a:off x="1630900" y="568925"/>
            <a:ext cx="37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20"/>
          <p:cNvCxnSpPr>
            <a:stCxn id="93" idx="3"/>
            <a:endCxn id="94" idx="1"/>
          </p:cNvCxnSpPr>
          <p:nvPr/>
        </p:nvCxnSpPr>
        <p:spPr>
          <a:xfrm>
            <a:off x="3396500" y="568925"/>
            <a:ext cx="37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20"/>
          <p:cNvCxnSpPr>
            <a:stCxn id="96" idx="3"/>
            <a:endCxn id="95" idx="1"/>
          </p:cNvCxnSpPr>
          <p:nvPr/>
        </p:nvCxnSpPr>
        <p:spPr>
          <a:xfrm>
            <a:off x="6549300" y="568925"/>
            <a:ext cx="7569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20"/>
          <p:cNvCxnSpPr>
            <a:stCxn id="95" idx="2"/>
            <a:endCxn id="97" idx="0"/>
          </p:cNvCxnSpPr>
          <p:nvPr/>
        </p:nvCxnSpPr>
        <p:spPr>
          <a:xfrm>
            <a:off x="7999700" y="955975"/>
            <a:ext cx="0" cy="37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5497225" y="1962950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Firing</a:t>
            </a:r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4803625" y="2711150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Listener</a:t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5497225" y="3459350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Handler</a:t>
            </a:r>
            <a:endParaRPr/>
          </a:p>
        </p:txBody>
      </p:sp>
      <p:sp>
        <p:nvSpPr>
          <p:cNvPr id="112" name="Google Shape;112;p21"/>
          <p:cNvSpPr/>
          <p:nvPr/>
        </p:nvSpPr>
        <p:spPr>
          <a:xfrm>
            <a:off x="6190825" y="2711150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Subscriber</a:t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5497225" y="4207550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Respons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1027000"/>
            <a:ext cx="3804652" cy="41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/>
          <p:nvPr/>
        </p:nvSpPr>
        <p:spPr>
          <a:xfrm>
            <a:off x="5497225" y="1214750"/>
            <a:ext cx="1387200" cy="74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Event</a:t>
            </a:r>
            <a:br>
              <a:rPr lang="da"/>
            </a:br>
            <a:r>
              <a:rPr lang="da"/>
              <a:t>Source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5197225" y="709175"/>
            <a:ext cx="198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800">
                <a:solidFill>
                  <a:schemeClr val="dk2"/>
                </a:solidFill>
              </a:rPr>
              <a:t>Event Hopscotch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7" name="Google Shape;117;p21"/>
          <p:cNvCxnSpPr>
            <a:endCxn id="115" idx="1"/>
          </p:cNvCxnSpPr>
          <p:nvPr/>
        </p:nvCxnSpPr>
        <p:spPr>
          <a:xfrm flipH="1" rot="10800000">
            <a:off x="2860225" y="1588850"/>
            <a:ext cx="2637000" cy="9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21"/>
          <p:cNvCxnSpPr>
            <a:stCxn id="115" idx="3"/>
            <a:endCxn id="109" idx="3"/>
          </p:cNvCxnSpPr>
          <p:nvPr/>
        </p:nvCxnSpPr>
        <p:spPr>
          <a:xfrm>
            <a:off x="6884425" y="1588850"/>
            <a:ext cx="600" cy="7482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1"/>
          <p:cNvCxnSpPr>
            <a:endCxn id="110" idx="1"/>
          </p:cNvCxnSpPr>
          <p:nvPr/>
        </p:nvCxnSpPr>
        <p:spPr>
          <a:xfrm>
            <a:off x="3093925" y="2906750"/>
            <a:ext cx="1709700" cy="17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1"/>
          <p:cNvCxnSpPr>
            <a:endCxn id="111" idx="1"/>
          </p:cNvCxnSpPr>
          <p:nvPr/>
        </p:nvCxnSpPr>
        <p:spPr>
          <a:xfrm flipH="1" rot="10800000">
            <a:off x="2860225" y="3833450"/>
            <a:ext cx="2637000" cy="68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1"/>
          <p:cNvCxnSpPr>
            <a:endCxn id="113" idx="1"/>
          </p:cNvCxnSpPr>
          <p:nvPr/>
        </p:nvCxnSpPr>
        <p:spPr>
          <a:xfrm flipH="1" rot="10800000">
            <a:off x="2431525" y="4581650"/>
            <a:ext cx="3065700" cy="12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