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d3f501a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d3f501a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d3f501aa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d3f501aa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3f501aa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d3f501aa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376193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4738" y="1928800"/>
            <a:ext cx="2847975" cy="128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3"/>
          <p:cNvCxnSpPr/>
          <p:nvPr/>
        </p:nvCxnSpPr>
        <p:spPr>
          <a:xfrm rot="10800000">
            <a:off x="3456025" y="3199075"/>
            <a:ext cx="436800" cy="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Google Shape;57;p13"/>
          <p:cNvSpPr txBox="1"/>
          <p:nvPr/>
        </p:nvSpPr>
        <p:spPr>
          <a:xfrm>
            <a:off x="4978738" y="37686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For computeren er </a:t>
            </a:r>
            <a:r>
              <a:rPr lang="da" sz="100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 og </a:t>
            </a:r>
            <a:r>
              <a:rPr lang="da" sz="100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 bare data. Den ved ikke, at </a:t>
            </a:r>
            <a:r>
              <a:rPr lang="da" sz="100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 betyder "STOP ALT!".</a:t>
            </a:r>
            <a:r>
              <a:rPr lang="da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152400"/>
            <a:ext cx="391115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6100" y="152400"/>
            <a:ext cx="288607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69138" y="15979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Java "springer" direkte ud af </a:t>
            </a:r>
            <a:r>
              <a:rPr lang="da" sz="100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-blokken og ned i </a:t>
            </a:r>
            <a:r>
              <a:rPr lang="da" sz="100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-blokken.</a:t>
            </a:r>
            <a:r>
              <a:rPr lang="da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4505950" y="2152050"/>
            <a:ext cx="3463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I Java er en Exception et objekt (en instans af f.eks. </a:t>
            </a:r>
            <a:r>
              <a:rPr lang="da" sz="110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), der indeholder en hel datapakke: </a:t>
            </a:r>
            <a:b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</a:br>
            <a:r>
              <a:rPr lang="da" sz="1200">
                <a:solidFill>
                  <a:srgbClr val="2E2B29"/>
                </a:solidFill>
                <a:highlight>
                  <a:srgbClr val="FCFAF8"/>
                </a:highlight>
              </a:rPr>
              <a:t>En fejlbesked, en "stack trace" (hvor fejlen skete) og selve fejltypen.</a:t>
            </a:r>
            <a:endParaRPr sz="1200">
              <a:solidFill>
                <a:srgbClr val="2E2B29"/>
              </a:solidFill>
              <a:highlight>
                <a:srgbClr val="FCFAF8"/>
              </a:highlight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912175" y="3772732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 dirty="0">
                <a:solidFill>
                  <a:srgbClr val="2E2B29"/>
                </a:solidFill>
                <a:highlight>
                  <a:srgbClr val="FCFAF8"/>
                </a:highlight>
              </a:rPr>
              <a:t>kompilatoren tvinger dig til enten at bruge en </a:t>
            </a:r>
            <a:r>
              <a:rPr lang="da" sz="1000" dirty="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try-catch</a:t>
            </a:r>
            <a:r>
              <a:rPr lang="da" sz="1200" dirty="0">
                <a:solidFill>
                  <a:srgbClr val="2E2B29"/>
                </a:solidFill>
                <a:highlight>
                  <a:srgbClr val="FCFAF8"/>
                </a:highlight>
              </a:rPr>
              <a:t> eller sende fejlen videre med </a:t>
            </a:r>
            <a:r>
              <a:rPr lang="da" sz="1000" dirty="0">
                <a:solidFill>
                  <a:srgbClr val="2E2B29"/>
                </a:solidFill>
                <a:highlight>
                  <a:srgbClr val="F4F0E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da" sz="1200" dirty="0">
                <a:solidFill>
                  <a:srgbClr val="2E2B29"/>
                </a:solidFill>
                <a:highlight>
                  <a:srgbClr val="FCFAF8"/>
                </a:highlight>
              </a:rPr>
              <a:t> (Checked Exceptions) 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447250" y="289875"/>
            <a:ext cx="1317000" cy="74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Throwable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764250" y="1245700"/>
            <a:ext cx="1317000" cy="74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Error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764250" y="2201525"/>
            <a:ext cx="1317000" cy="74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Exception</a:t>
            </a:r>
            <a:endParaRPr/>
          </a:p>
        </p:txBody>
      </p:sp>
      <p:cxnSp>
        <p:nvCxnSpPr>
          <p:cNvPr id="74" name="Google Shape;74;p15"/>
          <p:cNvCxnSpPr>
            <a:stCxn id="71" idx="2"/>
            <a:endCxn id="72" idx="1"/>
          </p:cNvCxnSpPr>
          <p:nvPr/>
        </p:nvCxnSpPr>
        <p:spPr>
          <a:xfrm rot="-5400000" flipH="1">
            <a:off x="1144150" y="999675"/>
            <a:ext cx="581700" cy="65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5"/>
          <p:cNvCxnSpPr>
            <a:stCxn id="71" idx="2"/>
            <a:endCxn id="73" idx="1"/>
          </p:cNvCxnSpPr>
          <p:nvPr/>
        </p:nvCxnSpPr>
        <p:spPr>
          <a:xfrm rot="-5400000" flipH="1">
            <a:off x="666250" y="1477575"/>
            <a:ext cx="1537500" cy="65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15"/>
          <p:cNvSpPr txBox="1"/>
          <p:nvPr/>
        </p:nvSpPr>
        <p:spPr>
          <a:xfrm>
            <a:off x="3329600" y="1388950"/>
            <a:ext cx="419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Bliver ikke nødvendigvis fanget af catch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081250" y="3157350"/>
            <a:ext cx="1317000" cy="74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Checked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081250" y="3905550"/>
            <a:ext cx="1317000" cy="74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UnChecked</a:t>
            </a:r>
            <a:endParaRPr/>
          </a:p>
        </p:txBody>
      </p:sp>
      <p:cxnSp>
        <p:nvCxnSpPr>
          <p:cNvPr id="79" name="Google Shape;79;p15"/>
          <p:cNvCxnSpPr>
            <a:stCxn id="73" idx="2"/>
            <a:endCxn id="77" idx="1"/>
          </p:cNvCxnSpPr>
          <p:nvPr/>
        </p:nvCxnSpPr>
        <p:spPr>
          <a:xfrm rot="-5400000" flipH="1">
            <a:off x="2461150" y="2911325"/>
            <a:ext cx="581700" cy="65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5"/>
          <p:cNvCxnSpPr>
            <a:stCxn id="73" idx="2"/>
            <a:endCxn id="78" idx="1"/>
          </p:cNvCxnSpPr>
          <p:nvPr/>
        </p:nvCxnSpPr>
        <p:spPr>
          <a:xfrm rot="-5400000" flipH="1">
            <a:off x="2087050" y="3285425"/>
            <a:ext cx="1329900" cy="65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5"/>
          <p:cNvSpPr txBox="1"/>
          <p:nvPr/>
        </p:nvSpPr>
        <p:spPr>
          <a:xfrm>
            <a:off x="4608400" y="3162000"/>
            <a:ext cx="432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SKAL håndteres (Try-catch eller Throws)</a:t>
            </a:r>
            <a:br>
              <a:rPr lang="da" sz="1800">
                <a:solidFill>
                  <a:schemeClr val="dk2"/>
                </a:solidFill>
              </a:rPr>
            </a:br>
            <a:r>
              <a:rPr lang="da" sz="1800">
                <a:solidFill>
                  <a:schemeClr val="dk2"/>
                </a:solidFill>
              </a:rPr>
              <a:t>- FileNotFoundException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572000" y="3910200"/>
            <a:ext cx="246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Kan håndteres</a:t>
            </a:r>
            <a:br>
              <a:rPr lang="da" sz="1800">
                <a:solidFill>
                  <a:schemeClr val="dk2"/>
                </a:solidFill>
              </a:rPr>
            </a:br>
            <a:r>
              <a:rPr lang="da" sz="1800">
                <a:solidFill>
                  <a:schemeClr val="dk2"/>
                </a:solidFill>
              </a:rPr>
              <a:t>- NullPointerException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50" y="752377"/>
            <a:ext cx="3478700" cy="36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4812200" y="1358350"/>
            <a:ext cx="108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Specifik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812200" y="2110050"/>
            <a:ext cx="108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Type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812200" y="3007900"/>
            <a:ext cx="108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Resten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1" name="Google Shape;91;p16"/>
          <p:cNvCxnSpPr>
            <a:stCxn id="88" idx="1"/>
          </p:cNvCxnSpPr>
          <p:nvPr/>
        </p:nvCxnSpPr>
        <p:spPr>
          <a:xfrm flipH="1">
            <a:off x="2733200" y="1589200"/>
            <a:ext cx="2079000" cy="2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92;p16"/>
          <p:cNvCxnSpPr>
            <a:stCxn id="89" idx="1"/>
          </p:cNvCxnSpPr>
          <p:nvPr/>
        </p:nvCxnSpPr>
        <p:spPr>
          <a:xfrm flipH="1">
            <a:off x="2021000" y="2340900"/>
            <a:ext cx="2791200" cy="42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93;p16"/>
          <p:cNvCxnSpPr>
            <a:stCxn id="90" idx="1"/>
          </p:cNvCxnSpPr>
          <p:nvPr/>
        </p:nvCxnSpPr>
        <p:spPr>
          <a:xfrm flipH="1">
            <a:off x="1904900" y="3238750"/>
            <a:ext cx="2907300" cy="40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" name="Google Shape;94;p16"/>
          <p:cNvSpPr/>
          <p:nvPr/>
        </p:nvSpPr>
        <p:spPr>
          <a:xfrm>
            <a:off x="6153975" y="2179500"/>
            <a:ext cx="2517900" cy="74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FileNotFoundException er også en IOException som også er en Exception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On-screen Show (16:9)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Mads Juul Christensen</cp:lastModifiedBy>
  <cp:revision>2</cp:revision>
  <dcterms:modified xsi:type="dcterms:W3CDTF">2026-06-04T02:01:35Z</dcterms:modified>
</cp:coreProperties>
</file>